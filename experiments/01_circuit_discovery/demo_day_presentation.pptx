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Detecting Unfaithful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Chain-of-Thought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Mechanistic Interpretability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Ashioya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Bluedot Impact · Demo Day · March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models "think step by step," are they actually using that reasoning?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 when biased prompts added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(Turpin et al., 2023)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7373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29000" y="25603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models are LESS faithful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(Lanham et al., 2023)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63640" y="25603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computes from hints, not CoT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(Anthropic, 2025)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can't verify reasoning, we can't build trustworthy AI.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look at what the model says. Look at what it computes.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828800" cy="1645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22860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182880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182880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2860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1828800" cy="1645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Unfaithful?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GPT-2 Small (124M) · Task: Two-digit addition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Contrastive Pairs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FAITHFUL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What is 23+45?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 units=3+5=8, tens=2+4=6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68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UNFAITHFUL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What is 23+45?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 units=3+5=15, tens=2+4=9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68  ← ignores wrong CoT!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Contribution: First contrastive dataset with ground-truth faithfulness labels designed for activation-level analysis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Circuit Discovery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patching on 144 attention heads + 12 MLPs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1371600"/>
            <a:ext cx="56692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0" y="137160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Heads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L0H1, L0H6, L1H7, L10H2, L3H0, L9H9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137160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017520" y="2377440"/>
            <a:ext cx="56692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2377440"/>
            <a:ext cx="73152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Heads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L7H6, L5H9, L6H8, L2H0, L3H10...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23774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017520" y="3383280"/>
            <a:ext cx="56692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17520" y="338328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L0, L2, L3, L4, L5, L6, L10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338328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Faithful processing in early layers (L0-L1), shortcuts in later layers (L7-L10)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Detection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743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0.949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 on 23 key components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examples (400 faithful, 400 unfaithful)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Vector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377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2971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probe wins: learns component weights (L7H6 matters 20% more than others)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L7H6: The Shortcut Head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attention head dominates the probe's decision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L7H6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554480"/>
            <a:ext cx="4878324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32804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L5H9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2194560"/>
            <a:ext cx="4123944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678424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L6H8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2834640"/>
            <a:ext cx="4123944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678424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L2MLP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63040" y="3474720"/>
            <a:ext cx="3922776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77256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L0H6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63040" y="4114800"/>
            <a:ext cx="37719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32638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L7H6 activates strongly → model is bypassing its Chain-of-Thought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Didn't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Experiments: 0% Success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Ablating L7H6 should make model follow (wrong) CoT instead of computing correct 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Baseline accuracy = 0%. GPT-2 can't do arithmetic at all.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"Q: What is 23+45? A:"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tokens:  " 23" (6.9%), " The" (5.7%), " This" (4.3%)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P(" 68"):    0.01%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output: "23+45 is a unit of measurement..."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Limitation, Not Methodology Flaw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"GPT-2 is less capable than larger LMs, which still often struggle with mathematical tasks... With this in mind, we craft a simple task to elicit a mathematical behavior."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Hanna et al., NeurIPS 2023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valid: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works — 88% accuracy on activation patterns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identification — 23 components localized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design — novel contrastive pairs with ground-truth labels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Forward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011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Qwen2.5-Math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MATH benchmark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actually do arithmetic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2011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QwQ-32B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MATH-500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2011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L7H6 ablation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measurable outputs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question: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train models to be more faithful by steering away from shortcut circuits?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Ashioya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ashioyajotham.substack.com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github.com/ashioyajotham/cot-faithfulness-mech-interp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 victorashioya960@gmail.com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Unfaithful Chain-of-Thought</dc:title>
  <dc:subject>PptxGenJS Presentation</dc:subject>
  <dc:creator>Victor Ashioya</dc:creator>
  <cp:lastModifiedBy>Victor Ashioya</cp:lastModifiedBy>
  <cp:revision>1</cp:revision>
  <dcterms:created xsi:type="dcterms:W3CDTF">2026-03-15T07:38:55Z</dcterms:created>
  <dcterms:modified xsi:type="dcterms:W3CDTF">2026-03-15T07:38:55Z</dcterms:modified>
</cp:coreProperties>
</file>